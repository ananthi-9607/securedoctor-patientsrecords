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3C02F-BBC2-4610-A224-DDBE83F60527}" v="28" dt="2026-10-11T12:35:29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muthu07004@gmail.com" userId="85ffb2ab3458d271" providerId="LiveId" clId="{D0B763D9-B953-4926-8C45-44E942558734}"/>
    <pc:docChg chg="custSel addSld modSld">
      <pc:chgData name="marimuthu07004@gmail.com" userId="85ffb2ab3458d271" providerId="LiveId" clId="{D0B763D9-B953-4926-8C45-44E942558734}" dt="2026-10-11T12:35:29.468" v="264" actId="1076"/>
      <pc:docMkLst>
        <pc:docMk/>
      </pc:docMkLst>
      <pc:sldChg chg="addSp delSp modSp mod">
        <pc:chgData name="marimuthu07004@gmail.com" userId="85ffb2ab3458d271" providerId="LiveId" clId="{D0B763D9-B953-4926-8C45-44E942558734}" dt="2026-10-11T12:34:47.251" v="258" actId="255"/>
        <pc:sldMkLst>
          <pc:docMk/>
          <pc:sldMk cId="1965963445" sldId="257"/>
        </pc:sldMkLst>
        <pc:spChg chg="add del mod">
          <ac:chgData name="marimuthu07004@gmail.com" userId="85ffb2ab3458d271" providerId="LiveId" clId="{D0B763D9-B953-4926-8C45-44E942558734}" dt="2026-10-11T12:07:05.450" v="35" actId="478"/>
          <ac:spMkLst>
            <pc:docMk/>
            <pc:sldMk cId="1965963445" sldId="257"/>
            <ac:spMk id="2" creationId="{548145C0-6D2C-B381-4B27-DDBF6AD8FFB3}"/>
          </ac:spMkLst>
        </pc:spChg>
        <pc:spChg chg="add mod">
          <ac:chgData name="marimuthu07004@gmail.com" userId="85ffb2ab3458d271" providerId="LiveId" clId="{D0B763D9-B953-4926-8C45-44E942558734}" dt="2026-10-11T12:08:54.434" v="78" actId="20577"/>
          <ac:spMkLst>
            <pc:docMk/>
            <pc:sldMk cId="1965963445" sldId="257"/>
            <ac:spMk id="4" creationId="{9CF1F831-33D2-7CDD-EC8E-13697F596D29}"/>
          </ac:spMkLst>
        </pc:spChg>
        <pc:spChg chg="add mod">
          <ac:chgData name="marimuthu07004@gmail.com" userId="85ffb2ab3458d271" providerId="LiveId" clId="{D0B763D9-B953-4926-8C45-44E942558734}" dt="2026-10-11T12:34:47.251" v="258" actId="255"/>
          <ac:spMkLst>
            <pc:docMk/>
            <pc:sldMk cId="1965963445" sldId="257"/>
            <ac:spMk id="5" creationId="{45CCC3B5-7985-3802-3504-B07A7E7B1282}"/>
          </ac:spMkLst>
        </pc:spChg>
        <pc:spChg chg="add mod">
          <ac:chgData name="marimuthu07004@gmail.com" userId="85ffb2ab3458d271" providerId="LiveId" clId="{D0B763D9-B953-4926-8C45-44E942558734}" dt="2026-10-11T12:13:38.378" v="127" actId="14100"/>
          <ac:spMkLst>
            <pc:docMk/>
            <pc:sldMk cId="1965963445" sldId="257"/>
            <ac:spMk id="8" creationId="{0B985D55-B588-8CFC-5017-47DDFB17FE3A}"/>
          </ac:spMkLst>
        </pc:spChg>
        <pc:picChg chg="add mod">
          <ac:chgData name="marimuthu07004@gmail.com" userId="85ffb2ab3458d271" providerId="LiveId" clId="{D0B763D9-B953-4926-8C45-44E942558734}" dt="2026-10-11T12:26:48.711" v="183" actId="1076"/>
          <ac:picMkLst>
            <pc:docMk/>
            <pc:sldMk cId="1965963445" sldId="257"/>
            <ac:picMk id="7" creationId="{8597AA35-F7F0-2D02-D5BB-E7D2834B199A}"/>
          </ac:picMkLst>
        </pc:picChg>
      </pc:sldChg>
      <pc:sldChg chg="addSp delSp modSp new mod">
        <pc:chgData name="marimuthu07004@gmail.com" userId="85ffb2ab3458d271" providerId="LiveId" clId="{D0B763D9-B953-4926-8C45-44E942558734}" dt="2026-10-11T12:34:55.941" v="259" actId="255"/>
        <pc:sldMkLst>
          <pc:docMk/>
          <pc:sldMk cId="3848901994" sldId="258"/>
        </pc:sldMkLst>
        <pc:spChg chg="del mod">
          <ac:chgData name="marimuthu07004@gmail.com" userId="85ffb2ab3458d271" providerId="LiveId" clId="{D0B763D9-B953-4926-8C45-44E942558734}" dt="2026-10-11T12:10:02.972" v="88" actId="478"/>
          <ac:spMkLst>
            <pc:docMk/>
            <pc:sldMk cId="3848901994" sldId="258"/>
            <ac:spMk id="2" creationId="{F4FBE785-4750-4C94-C935-03163D872C33}"/>
          </ac:spMkLst>
        </pc:spChg>
        <pc:spChg chg="del mod">
          <ac:chgData name="marimuthu07004@gmail.com" userId="85ffb2ab3458d271" providerId="LiveId" clId="{D0B763D9-B953-4926-8C45-44E942558734}" dt="2026-10-11T12:10:00.413" v="86" actId="478"/>
          <ac:spMkLst>
            <pc:docMk/>
            <pc:sldMk cId="3848901994" sldId="258"/>
            <ac:spMk id="3" creationId="{098CA4B8-9C6D-03F2-1679-C312FF1D1E51}"/>
          </ac:spMkLst>
        </pc:spChg>
        <pc:spChg chg="add mod">
          <ac:chgData name="marimuthu07004@gmail.com" userId="85ffb2ab3458d271" providerId="LiveId" clId="{D0B763D9-B953-4926-8C45-44E942558734}" dt="2026-10-11T12:12:01.039" v="116" actId="14100"/>
          <ac:spMkLst>
            <pc:docMk/>
            <pc:sldMk cId="3848901994" sldId="258"/>
            <ac:spMk id="4" creationId="{476BC103-27E9-15F4-32A3-8DC54136B0BE}"/>
          </ac:spMkLst>
        </pc:spChg>
        <pc:spChg chg="add mod">
          <ac:chgData name="marimuthu07004@gmail.com" userId="85ffb2ab3458d271" providerId="LiveId" clId="{D0B763D9-B953-4926-8C45-44E942558734}" dt="2026-10-11T12:34:55.941" v="259" actId="255"/>
          <ac:spMkLst>
            <pc:docMk/>
            <pc:sldMk cId="3848901994" sldId="258"/>
            <ac:spMk id="5" creationId="{6BB56DA4-CBE9-566C-55F6-1DFCCDA2E8CE}"/>
          </ac:spMkLst>
        </pc:spChg>
        <pc:spChg chg="add del mod">
          <ac:chgData name="marimuthu07004@gmail.com" userId="85ffb2ab3458d271" providerId="LiveId" clId="{D0B763D9-B953-4926-8C45-44E942558734}" dt="2026-10-11T12:11:57.581" v="115" actId="478"/>
          <ac:spMkLst>
            <pc:docMk/>
            <pc:sldMk cId="3848901994" sldId="258"/>
            <ac:spMk id="6" creationId="{87877E1A-0970-5487-9E78-B4C17CF7C960}"/>
          </ac:spMkLst>
        </pc:spChg>
      </pc:sldChg>
      <pc:sldChg chg="addSp delSp modSp new mod">
        <pc:chgData name="marimuthu07004@gmail.com" userId="85ffb2ab3458d271" providerId="LiveId" clId="{D0B763D9-B953-4926-8C45-44E942558734}" dt="2026-10-11T12:35:02.324" v="260" actId="255"/>
        <pc:sldMkLst>
          <pc:docMk/>
          <pc:sldMk cId="1248264433" sldId="259"/>
        </pc:sldMkLst>
        <pc:spChg chg="del mod">
          <ac:chgData name="marimuthu07004@gmail.com" userId="85ffb2ab3458d271" providerId="LiveId" clId="{D0B763D9-B953-4926-8C45-44E942558734}" dt="2026-10-11T12:13:52.111" v="130" actId="478"/>
          <ac:spMkLst>
            <pc:docMk/>
            <pc:sldMk cId="1248264433" sldId="259"/>
            <ac:spMk id="2" creationId="{818CEEB4-7C38-9790-E123-03F4FDA285AD}"/>
          </ac:spMkLst>
        </pc:spChg>
        <pc:spChg chg="del mod">
          <ac:chgData name="marimuthu07004@gmail.com" userId="85ffb2ab3458d271" providerId="LiveId" clId="{D0B763D9-B953-4926-8C45-44E942558734}" dt="2026-10-11T12:13:54.885" v="132" actId="478"/>
          <ac:spMkLst>
            <pc:docMk/>
            <pc:sldMk cId="1248264433" sldId="259"/>
            <ac:spMk id="3" creationId="{1CD7C2B4-8AAA-317F-B4FD-C3D2D24426C9}"/>
          </ac:spMkLst>
        </pc:spChg>
        <pc:spChg chg="add mod">
          <ac:chgData name="marimuthu07004@gmail.com" userId="85ffb2ab3458d271" providerId="LiveId" clId="{D0B763D9-B953-4926-8C45-44E942558734}" dt="2026-10-11T12:26:32.728" v="180" actId="1076"/>
          <ac:spMkLst>
            <pc:docMk/>
            <pc:sldMk cId="1248264433" sldId="259"/>
            <ac:spMk id="4" creationId="{0FBD0A5E-AF92-DF9F-8584-C2402CB241E5}"/>
          </ac:spMkLst>
        </pc:spChg>
        <pc:spChg chg="add mod">
          <ac:chgData name="marimuthu07004@gmail.com" userId="85ffb2ab3458d271" providerId="LiveId" clId="{D0B763D9-B953-4926-8C45-44E942558734}" dt="2026-10-11T12:35:02.324" v="260" actId="255"/>
          <ac:spMkLst>
            <pc:docMk/>
            <pc:sldMk cId="1248264433" sldId="259"/>
            <ac:spMk id="5" creationId="{CACB0746-245C-E0B1-8D4F-884B5E067971}"/>
          </ac:spMkLst>
        </pc:spChg>
        <pc:picChg chg="add mod">
          <ac:chgData name="marimuthu07004@gmail.com" userId="85ffb2ab3458d271" providerId="LiveId" clId="{D0B763D9-B953-4926-8C45-44E942558734}" dt="2026-10-11T12:27:07.355" v="188" actId="1076"/>
          <ac:picMkLst>
            <pc:docMk/>
            <pc:sldMk cId="1248264433" sldId="259"/>
            <ac:picMk id="7" creationId="{E8E3495C-E574-D238-1E06-DF203F957764}"/>
          </ac:picMkLst>
        </pc:picChg>
      </pc:sldChg>
      <pc:sldChg chg="addSp delSp modSp new mod">
        <pc:chgData name="marimuthu07004@gmail.com" userId="85ffb2ab3458d271" providerId="LiveId" clId="{D0B763D9-B953-4926-8C45-44E942558734}" dt="2026-10-11T12:35:11.039" v="261" actId="255"/>
        <pc:sldMkLst>
          <pc:docMk/>
          <pc:sldMk cId="4045173160" sldId="260"/>
        </pc:sldMkLst>
        <pc:spChg chg="del mod">
          <ac:chgData name="marimuthu07004@gmail.com" userId="85ffb2ab3458d271" providerId="LiveId" clId="{D0B763D9-B953-4926-8C45-44E942558734}" dt="2026-10-11T12:28:16.241" v="194" actId="478"/>
          <ac:spMkLst>
            <pc:docMk/>
            <pc:sldMk cId="4045173160" sldId="260"/>
            <ac:spMk id="2" creationId="{22DEBDA7-C4E2-33D3-DB14-849F5BB32B14}"/>
          </ac:spMkLst>
        </pc:spChg>
        <pc:spChg chg="del mod">
          <ac:chgData name="marimuthu07004@gmail.com" userId="85ffb2ab3458d271" providerId="LiveId" clId="{D0B763D9-B953-4926-8C45-44E942558734}" dt="2026-10-11T12:28:13.516" v="192" actId="478"/>
          <ac:spMkLst>
            <pc:docMk/>
            <pc:sldMk cId="4045173160" sldId="260"/>
            <ac:spMk id="3" creationId="{44E1A7CE-CDE1-CE9A-709A-37D5C07CB56A}"/>
          </ac:spMkLst>
        </pc:spChg>
        <pc:spChg chg="add del mod">
          <ac:chgData name="marimuthu07004@gmail.com" userId="85ffb2ab3458d271" providerId="LiveId" clId="{D0B763D9-B953-4926-8C45-44E942558734}" dt="2026-10-11T12:28:21.727" v="197" actId="478"/>
          <ac:spMkLst>
            <pc:docMk/>
            <pc:sldMk cId="4045173160" sldId="260"/>
            <ac:spMk id="5" creationId="{84F05532-9D25-E47F-AF1D-D4556116080C}"/>
          </ac:spMkLst>
        </pc:spChg>
        <pc:spChg chg="add mod">
          <ac:chgData name="marimuthu07004@gmail.com" userId="85ffb2ab3458d271" providerId="LiveId" clId="{D0B763D9-B953-4926-8C45-44E942558734}" dt="2026-10-11T12:35:11.039" v="261" actId="255"/>
          <ac:spMkLst>
            <pc:docMk/>
            <pc:sldMk cId="4045173160" sldId="260"/>
            <ac:spMk id="8" creationId="{294618AD-E7C2-571D-C6C7-17C2693CD311}"/>
          </ac:spMkLst>
        </pc:spChg>
        <pc:spChg chg="add mod">
          <ac:chgData name="marimuthu07004@gmail.com" userId="85ffb2ab3458d271" providerId="LiveId" clId="{D0B763D9-B953-4926-8C45-44E942558734}" dt="2026-10-11T12:31:56.681" v="240" actId="113"/>
          <ac:spMkLst>
            <pc:docMk/>
            <pc:sldMk cId="4045173160" sldId="260"/>
            <ac:spMk id="10" creationId="{4B4AEF36-2F73-2FEC-44F6-EDAF563E4936}"/>
          </ac:spMkLst>
        </pc:spChg>
        <pc:picChg chg="add mod">
          <ac:chgData name="marimuthu07004@gmail.com" userId="85ffb2ab3458d271" providerId="LiveId" clId="{D0B763D9-B953-4926-8C45-44E942558734}" dt="2026-10-11T12:31:16.107" v="231" actId="14100"/>
          <ac:picMkLst>
            <pc:docMk/>
            <pc:sldMk cId="4045173160" sldId="260"/>
            <ac:picMk id="7" creationId="{5CB9DD89-AABA-ADE6-76E2-6320A06835D5}"/>
          </ac:picMkLst>
        </pc:picChg>
      </pc:sldChg>
      <pc:sldChg chg="addSp delSp modSp new mod">
        <pc:chgData name="marimuthu07004@gmail.com" userId="85ffb2ab3458d271" providerId="LiveId" clId="{D0B763D9-B953-4926-8C45-44E942558734}" dt="2026-10-11T12:35:29.468" v="264" actId="1076"/>
        <pc:sldMkLst>
          <pc:docMk/>
          <pc:sldMk cId="2552309573" sldId="261"/>
        </pc:sldMkLst>
        <pc:spChg chg="del mod">
          <ac:chgData name="marimuthu07004@gmail.com" userId="85ffb2ab3458d271" providerId="LiveId" clId="{D0B763D9-B953-4926-8C45-44E942558734}" dt="2026-10-11T12:32:14.265" v="243" actId="478"/>
          <ac:spMkLst>
            <pc:docMk/>
            <pc:sldMk cId="2552309573" sldId="261"/>
            <ac:spMk id="2" creationId="{D7835FA9-5ACE-21B0-A7AE-2611E430CF74}"/>
          </ac:spMkLst>
        </pc:spChg>
        <pc:spChg chg="del mod">
          <ac:chgData name="marimuthu07004@gmail.com" userId="85ffb2ab3458d271" providerId="LiveId" clId="{D0B763D9-B953-4926-8C45-44E942558734}" dt="2026-10-11T12:32:16.925" v="245" actId="478"/>
          <ac:spMkLst>
            <pc:docMk/>
            <pc:sldMk cId="2552309573" sldId="261"/>
            <ac:spMk id="3" creationId="{029711B6-EEAD-8BB4-6B84-46439488C7CB}"/>
          </ac:spMkLst>
        </pc:spChg>
        <pc:spChg chg="add mod">
          <ac:chgData name="marimuthu07004@gmail.com" userId="85ffb2ab3458d271" providerId="LiveId" clId="{D0B763D9-B953-4926-8C45-44E942558734}" dt="2026-10-11T12:35:24.299" v="263" actId="255"/>
          <ac:spMkLst>
            <pc:docMk/>
            <pc:sldMk cId="2552309573" sldId="261"/>
            <ac:spMk id="5" creationId="{7556C263-6443-4420-CA4E-DD2F9E9B86DE}"/>
          </ac:spMkLst>
        </pc:spChg>
        <pc:picChg chg="add mod">
          <ac:chgData name="marimuthu07004@gmail.com" userId="85ffb2ab3458d271" providerId="LiveId" clId="{D0B763D9-B953-4926-8C45-44E942558734}" dt="2026-10-11T12:35:29.468" v="264" actId="1076"/>
          <ac:picMkLst>
            <pc:docMk/>
            <pc:sldMk cId="2552309573" sldId="261"/>
            <ac:picMk id="7" creationId="{7154E8AB-4B08-4A2C-2F2A-C7688E2845C0}"/>
          </ac:picMkLst>
        </pc:picChg>
        <pc:picChg chg="add mod">
          <ac:chgData name="marimuthu07004@gmail.com" userId="85ffb2ab3458d271" providerId="LiveId" clId="{D0B763D9-B953-4926-8C45-44E942558734}" dt="2026-10-11T12:34:01.205" v="255" actId="1076"/>
          <ac:picMkLst>
            <pc:docMk/>
            <pc:sldMk cId="2552309573" sldId="261"/>
            <ac:picMk id="9" creationId="{73609CE5-16A0-A09E-B61F-6F7DC8DE29B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951B-44EE-FCA9-2D32-0ACD32699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Secure patients-doctor records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CD7DE-53BD-953D-C6C2-7BF993F47E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3371" y="3973287"/>
            <a:ext cx="5072986" cy="1665514"/>
          </a:xfrm>
        </p:spPr>
        <p:txBody>
          <a:bodyPr>
            <a:norm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M. Ananthi</a:t>
            </a:r>
          </a:p>
          <a:p>
            <a:r>
              <a:rPr lang="en-IN" dirty="0"/>
              <a:t>811324149001</a:t>
            </a:r>
          </a:p>
          <a:p>
            <a:r>
              <a:rPr lang="en-IN" dirty="0"/>
              <a:t>B.E CSE(Cyber security)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705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F1F831-33D2-7CDD-EC8E-13697F596D29}"/>
              </a:ext>
            </a:extLst>
          </p:cNvPr>
          <p:cNvSpPr txBox="1"/>
          <p:nvPr/>
        </p:nvSpPr>
        <p:spPr>
          <a:xfrm>
            <a:off x="870858" y="2177142"/>
            <a:ext cx="100475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Secure Doctor is a web-based application designed to manage doctor and patient information securely.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enables doctors to manage consultations and maintain patient medical records.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uses secure authentication and role-based access to protect sensitive information.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system stores and retrieves records through a MySQL database.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application is deployed online to support access through a web browser.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CCC3B5-7985-3802-3504-B07A7E7B1282}"/>
              </a:ext>
            </a:extLst>
          </p:cNvPr>
          <p:cNvSpPr txBox="1"/>
          <p:nvPr/>
        </p:nvSpPr>
        <p:spPr>
          <a:xfrm>
            <a:off x="870858" y="1420192"/>
            <a:ext cx="5083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Proposed solutions :</a:t>
            </a:r>
          </a:p>
        </p:txBody>
      </p:sp>
      <p:pic>
        <p:nvPicPr>
          <p:cNvPr id="7" name="Picture 6" descr="Person using iPad">
            <a:extLst>
              <a:ext uri="{FF2B5EF4-FFF2-40B4-BE49-F238E27FC236}">
                <a16:creationId xmlns:a16="http://schemas.microsoft.com/office/drawing/2014/main" id="{8597AA35-F7F0-2D02-D5BB-E7D2834B1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171" y="159246"/>
            <a:ext cx="3058886" cy="204128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985D55-B588-8CFC-5017-47DDFB17FE3A}"/>
              </a:ext>
            </a:extLst>
          </p:cNvPr>
          <p:cNvSpPr/>
          <p:nvPr/>
        </p:nvSpPr>
        <p:spPr>
          <a:xfrm>
            <a:off x="870858" y="2057401"/>
            <a:ext cx="9960428" cy="425631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Secure Doctor is a web-based application designed to manage doctor and patient information securely.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It enables doctors to manage consultations and maintain patient medical records.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It uses secure authentication and role-based access to protect sensitive information.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system stores and retrieves records through a MySQL database.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/>
              <a:t>The application is deployed online to support access through a web browser.</a:t>
            </a:r>
          </a:p>
        </p:txBody>
      </p:sp>
    </p:spTree>
    <p:extLst>
      <p:ext uri="{BB962C8B-B14F-4D97-AF65-F5344CB8AC3E}">
        <p14:creationId xmlns:p14="http://schemas.microsoft.com/office/powerpoint/2010/main" val="196596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6BC103-27E9-15F4-32A3-8DC54136B0BE}"/>
              </a:ext>
            </a:extLst>
          </p:cNvPr>
          <p:cNvSpPr/>
          <p:nvPr/>
        </p:nvSpPr>
        <p:spPr>
          <a:xfrm>
            <a:off x="1197429" y="1948543"/>
            <a:ext cx="9274628" cy="391885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To maintain patient and doctor information in a centralized system.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To provide secure login and role-based access.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To manage consultation details and medical records efficiently.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To protect sensitive information using encryption and security mechanisms.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To reduce manual paperwork and improve record accessibility.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dirty="0"/>
              <a:t>To provide a user-friendly interface for managing healthcare information.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56DA4-CBE9-566C-55F6-1DFCCDA2E8CE}"/>
              </a:ext>
            </a:extLst>
          </p:cNvPr>
          <p:cNvSpPr txBox="1"/>
          <p:nvPr/>
        </p:nvSpPr>
        <p:spPr>
          <a:xfrm>
            <a:off x="849086" y="990600"/>
            <a:ext cx="5246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Objectives :</a:t>
            </a:r>
          </a:p>
        </p:txBody>
      </p:sp>
    </p:spTree>
    <p:extLst>
      <p:ext uri="{BB962C8B-B14F-4D97-AF65-F5344CB8AC3E}">
        <p14:creationId xmlns:p14="http://schemas.microsoft.com/office/powerpoint/2010/main" val="384890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BD0A5E-AF92-DF9F-8584-C2402CB241E5}"/>
              </a:ext>
            </a:extLst>
          </p:cNvPr>
          <p:cNvSpPr/>
          <p:nvPr/>
        </p:nvSpPr>
        <p:spPr>
          <a:xfrm>
            <a:off x="881743" y="1774371"/>
            <a:ext cx="10221686" cy="3657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b="1" dirty="0"/>
              <a:t>Frontend:</a:t>
            </a:r>
            <a:r>
              <a:rPr lang="en-IN" dirty="0"/>
              <a:t> React.js, Vite, HTML, CSS, JavaScript</a:t>
            </a:r>
          </a:p>
          <a:p>
            <a:pPr lvl="0"/>
            <a:r>
              <a:rPr lang="en-IN" b="1" dirty="0"/>
              <a:t>Backend:</a:t>
            </a:r>
            <a:r>
              <a:rPr lang="en-IN" dirty="0"/>
              <a:t> Java, Spring Boot</a:t>
            </a:r>
          </a:p>
          <a:p>
            <a:pPr lvl="0"/>
            <a:r>
              <a:rPr lang="en-IN" b="1" dirty="0"/>
              <a:t>Database:</a:t>
            </a:r>
            <a:r>
              <a:rPr lang="en-IN" dirty="0"/>
              <a:t> MySQL</a:t>
            </a:r>
          </a:p>
          <a:p>
            <a:pPr lvl="0"/>
            <a:r>
              <a:rPr lang="en-IN" b="1" dirty="0"/>
              <a:t>API Communication:</a:t>
            </a:r>
            <a:r>
              <a:rPr lang="en-IN" dirty="0"/>
              <a:t> REST APIs</a:t>
            </a:r>
          </a:p>
          <a:p>
            <a:pPr lvl="0"/>
            <a:r>
              <a:rPr lang="en-IN" b="1" dirty="0"/>
              <a:t>Build Tool:</a:t>
            </a:r>
            <a:r>
              <a:rPr lang="en-IN" dirty="0"/>
              <a:t> Apache Maven</a:t>
            </a:r>
          </a:p>
          <a:p>
            <a:pPr lvl="0"/>
            <a:r>
              <a:rPr lang="en-IN" b="1" dirty="0"/>
              <a:t>Database Hosting:</a:t>
            </a:r>
            <a:r>
              <a:rPr lang="en-IN" dirty="0"/>
              <a:t> Aiven</a:t>
            </a:r>
          </a:p>
          <a:p>
            <a:pPr lvl="0"/>
            <a:r>
              <a:rPr lang="en-IN" b="1" dirty="0"/>
              <a:t>Application Deployment:</a:t>
            </a:r>
            <a:r>
              <a:rPr lang="en-IN" dirty="0"/>
              <a:t> Render</a:t>
            </a:r>
          </a:p>
          <a:p>
            <a:pPr lvl="0"/>
            <a:r>
              <a:rPr lang="en-IN" b="1" dirty="0"/>
              <a:t>Version Control:</a:t>
            </a:r>
            <a:r>
              <a:rPr lang="en-IN" dirty="0"/>
              <a:t> Git and GitHub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B0746-245C-E0B1-8D4F-884B5E067971}"/>
              </a:ext>
            </a:extLst>
          </p:cNvPr>
          <p:cNvSpPr txBox="1"/>
          <p:nvPr/>
        </p:nvSpPr>
        <p:spPr>
          <a:xfrm>
            <a:off x="2013857" y="903514"/>
            <a:ext cx="3679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Technologies Used </a:t>
            </a:r>
            <a:r>
              <a:rPr lang="en-IN" sz="2400" dirty="0"/>
              <a:t>:</a:t>
            </a:r>
          </a:p>
        </p:txBody>
      </p:sp>
      <p:pic>
        <p:nvPicPr>
          <p:cNvPr id="7" name="Picture 8" descr="Approach Icon Isolated on Background Stock Vector - Illustration of  calligraphy, font: 356326437">
            <a:extLst>
              <a:ext uri="{FF2B5EF4-FFF2-40B4-BE49-F238E27FC236}">
                <a16:creationId xmlns:a16="http://schemas.microsoft.com/office/drawing/2014/main" id="{E8E3495C-E574-D238-1E06-DF203F957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743" y="564871"/>
            <a:ext cx="1034938" cy="103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264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CB9DD89-AABA-ADE6-76E2-6320A0683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977" y="925286"/>
            <a:ext cx="9143290" cy="390797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4618AD-E7C2-571D-C6C7-17C2693CD311}"/>
              </a:ext>
            </a:extLst>
          </p:cNvPr>
          <p:cNvSpPr txBox="1"/>
          <p:nvPr/>
        </p:nvSpPr>
        <p:spPr>
          <a:xfrm>
            <a:off x="849086" y="348344"/>
            <a:ext cx="4234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System Architecture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4AEF36-2F73-2FEC-44F6-EDAF563E4936}"/>
              </a:ext>
            </a:extLst>
          </p:cNvPr>
          <p:cNvSpPr txBox="1"/>
          <p:nvPr/>
        </p:nvSpPr>
        <p:spPr>
          <a:xfrm>
            <a:off x="849086" y="5040867"/>
            <a:ext cx="10341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Frontend</a:t>
            </a:r>
            <a:r>
              <a:rPr lang="en-IN" dirty="0"/>
              <a:t>: Users interact with the application through the web interface.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Spring Boot processes requests and applies application logic.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Security layer: </a:t>
            </a:r>
            <a:r>
              <a:rPr lang="en-IN" dirty="0"/>
              <a:t>Authentication and authorization control access; encryption protects supported sensitive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Database</a:t>
            </a:r>
            <a:r>
              <a:rPr lang="en-IN" dirty="0"/>
              <a:t>: MySQL stores and retrieves doctor, patient, and consultation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Deployment</a:t>
            </a:r>
            <a:r>
              <a:rPr lang="en-IN" dirty="0"/>
              <a:t>: Render hosts the frontend and backend, while Aiven hosts the database.</a:t>
            </a:r>
          </a:p>
        </p:txBody>
      </p:sp>
    </p:spTree>
    <p:extLst>
      <p:ext uri="{BB962C8B-B14F-4D97-AF65-F5344CB8AC3E}">
        <p14:creationId xmlns:p14="http://schemas.microsoft.com/office/powerpoint/2010/main" val="4045173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56C263-6443-4420-CA4E-DD2F9E9B86DE}"/>
              </a:ext>
            </a:extLst>
          </p:cNvPr>
          <p:cNvSpPr txBox="1"/>
          <p:nvPr/>
        </p:nvSpPr>
        <p:spPr>
          <a:xfrm>
            <a:off x="968728" y="1458686"/>
            <a:ext cx="828402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Expected Outcomes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Centralized storage of patient, doctor, and consultation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Improved protection of sensitive medical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Secure access based on user roles and permissions.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Faster retrieval and management of patient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Reduced paperwork and improved data organization.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Online access to the deployed application.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 foundation for future enhancements such as prescription management, automated backup, and recovery.</a:t>
            </a:r>
          </a:p>
        </p:txBody>
      </p:sp>
      <p:pic>
        <p:nvPicPr>
          <p:cNvPr id="7" name="Picture 12" descr="GIS Analysis &amp; Planning — Axin Global">
            <a:extLst>
              <a:ext uri="{FF2B5EF4-FFF2-40B4-BE49-F238E27FC236}">
                <a16:creationId xmlns:a16="http://schemas.microsoft.com/office/drawing/2014/main" id="{7154E8AB-4B08-4A2C-2F2A-C7688E284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544" y="1291876"/>
            <a:ext cx="688581" cy="688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Why Your Campaign Should Start With a Feasibility Study | Benefactor Group">
            <a:extLst>
              <a:ext uri="{FF2B5EF4-FFF2-40B4-BE49-F238E27FC236}">
                <a16:creationId xmlns:a16="http://schemas.microsoft.com/office/drawing/2014/main" id="{73609CE5-16A0-A09E-B61F-6F7DC8DE2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228" y="4170047"/>
            <a:ext cx="4833059" cy="258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230957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{4131C069-2B41-42D6-83AE-36E798AEE4D3}TFc3084226-2d0c-440f-9f46-6b48c7a7f670e6ba4a85-fc4a2881d6b3</Template>
  <TotalTime>40</TotalTime>
  <Words>392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Franklin Gothic Book</vt:lpstr>
      <vt:lpstr>Wingdings</vt:lpstr>
      <vt:lpstr>Crop</vt:lpstr>
      <vt:lpstr>Secure patients-doctor records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marimuthu07004@gmail.com</dc:creator>
  <cp:lastModifiedBy>marimuthu07004@gmail.com</cp:lastModifiedBy>
  <cp:revision>1</cp:revision>
  <dcterms:created xsi:type="dcterms:W3CDTF">2026-10-10T10:56:13Z</dcterms:created>
  <dcterms:modified xsi:type="dcterms:W3CDTF">2026-10-11T12:35:33Z</dcterms:modified>
</cp:coreProperties>
</file>